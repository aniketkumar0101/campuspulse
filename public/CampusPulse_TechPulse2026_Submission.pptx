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594360"/>
            <a:ext cx="5120640" cy="329184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PULSE 2026 • SMART CAMPUS TRACK • PS-04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Dual-Mode Campus Navigation &amp; Real-Time Incident Dispatch System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10725912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42032"/>
            <a:ext cx="103601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enterprise-grade smart campus companion combining zero-API vector outdoor GIS, multi-floor indoor CAD wayfinding, dynamic hazard-aware Dijkstra routing, and a real-time safety operations command center.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2578608" cy="10058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42900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Dual-Mode GIS &amp; CAD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+ 3-Floor Indoor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93008" y="3337560"/>
            <a:ext cx="2578608" cy="10058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342900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Dijkstra Reroute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30168" y="384048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Active Hazards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54496" y="3337560"/>
            <a:ext cx="2578608" cy="10058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342900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1-Tap SOS Beacon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91656" y="384048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Audio Sirens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15984" y="3337560"/>
            <a:ext cx="2578608" cy="10058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53144" y="342900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SOC Command Center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53144" y="384048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Triage Queue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4526280"/>
            <a:ext cx="10725912" cy="777240"/>
          </a:xfrm>
          <a:prstGeom prst="roundRect">
            <a:avLst/>
          </a:prstGeom>
          <a:solidFill>
            <a:srgbClr val="0D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572000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Name: CampusPulse   |   Team Leader: Dharambir   |   Institution: Sri Sairam Engineering College (SSEC), Chennai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Prototype Tested: http://localhost:3000   |   Interactive Slides: http://localhost:3000/slides.html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 at a Glance: Unified Mobility &amp; Safety Platform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[ 2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544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1554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Dual-Mode Vector Cartography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60120" y="1947672"/>
            <a:ext cx="4809744" cy="237744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194767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ZERO-COST SVG GIS ENGINE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60120" y="2240280"/>
            <a:ext cx="4809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outdoor vector map of Sri Sairam Engineering College.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Smooth multi-touch pan, zoom, and coordinate matrix transforms.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dependency on Google Maps API — eliminates recurring billing.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141732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9944" y="15544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95744" y="1554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Multi-Floor CAD Wayfinding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9944" y="1947672"/>
            <a:ext cx="4809744" cy="237744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9944" y="194767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ROOM-LEVEL INDOOR PRECISION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9944" y="2240280"/>
            <a:ext cx="4809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Architectural floorplans for Alpha, Beta, and Delta complexes.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level switching across Ground (G), Floor 1, and Floor 2.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Targets specialized labs, GPU clusters, lecture halls &amp; seminar venues.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61188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7490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45920" y="3749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Hazard Pathfinding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60120" y="4142232"/>
            <a:ext cx="4809744" cy="237744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14223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 GRAPH INTELLIGENCE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0120" y="4434840"/>
            <a:ext cx="4809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Automatically reroutes paths away from reported hazards &amp; repairs.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Dedicated wheelchair &amp; step-free mode avoiding stairs and steps.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1-Click emergency evacuation to the closest verified fire exit.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81344" y="361188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9944" y="37490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95744" y="3749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Operations Center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409944" y="4142232"/>
            <a:ext cx="4809744" cy="237744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9944" y="414223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WEBSOCKET COMMAND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09944" y="4434840"/>
            <a:ext cx="4809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incident triage queue for electrical, plumbing, and security issues.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Sub-100ms real-time event distribution across all student devices.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campus-wide emergency advisory banners during storms or crises.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Navigational Bottlenecks &amp; Safety Deficits in Modern Campuses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[ 3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10725912" cy="411480"/>
          </a:xfrm>
          <a:prstGeom prst="roundRect">
            <a:avLst/>
          </a:prstGeom>
          <a:solidFill>
            <a:srgbClr val="181A2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1732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STUDY: Sri Sairam Engineering College (300+ Acre Campus, 10,000+ Students, Faculty, and Event Visitors)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3456432" cy="3794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14884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14884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SEVERITY: HIGH FRICTION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Disorientation &amp; Sprawl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400" y="3108960"/>
            <a:ext cx="309067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Vast multi-block layout creates disorientation for freshmen, guest lecturers, parents, and delivery agents.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Outdoor commercial GPS apps terminate at building perimeters with zero indoor room-level visibility.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20-30 minutes wasted per person searching for designated labs, seminar halls, or examination halls.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70832" y="1965960"/>
            <a:ext cx="3456432" cy="3794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3712" y="214884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214884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SEVERITY: SAFETY HAZARD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53712" y="251460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Static, Hazard-Blind Paths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53712" y="3108960"/>
            <a:ext cx="309067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campus maps are static and unaware of active water leaks, wet floors, or construction zones.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unknowingly walk directly through active electrical or physical hazard zones.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accessibility intelligence for injured or wheelchair-bound students requiring step-free elevator routes.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10144" y="1965960"/>
            <a:ext cx="3456432" cy="3794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93024" y="214884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93024" y="214884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SEVERITY: CRITICAL RISK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93024" y="251460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Incident Dispatch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193024" y="3108960"/>
            <a:ext cx="309067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Campus incident reporting relies on phone calls, informal word-of-mouth, or physical security cabin visits.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emergency distress calls lack exact floor and CAD room coordinates, severely delaying response times.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Campus administration lacks a sub-second broadcast system to push flash safety advisories to all student screens.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Operational Lifecycle: Detection to Resolution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[ 4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256032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645920"/>
            <a:ext cx="2194560" cy="292608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6459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Detection &amp; Geo-Tagging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278892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or staff detects an incident (water spill, electrical fault, or SOS panic). Logs issue with 1-click CAD room coordinates and photo evidence via camera capture.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56432" y="1463040"/>
            <a:ext cx="256032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39312" y="1645920"/>
            <a:ext cx="2194560" cy="292608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17" name="Text 15"/>
          <p:cNvSpPr/>
          <p:nvPr/>
        </p:nvSpPr>
        <p:spPr>
          <a:xfrm>
            <a:off x="3639312" y="16459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39312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Graph Weight Penalty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39312" y="278892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 engine instantly flags affected graph edges. Dijkstra pathfinding adds dynamic hazard penalty weight (w' = w + Phazard), steering pedestrians away from the danger zone.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1344" y="1463040"/>
            <a:ext cx="256032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64224" y="1645920"/>
            <a:ext cx="2194560" cy="292608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22" name="Text 20"/>
          <p:cNvSpPr/>
          <p:nvPr/>
        </p:nvSpPr>
        <p:spPr>
          <a:xfrm>
            <a:off x="6364224" y="16459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64224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WebSocket Dispatch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64224" y="278892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dispatches via native WebSockets (&lt;100ms) to the Security Operations Center. Nearby students can vote '+1 Impacts Me Too' to crowd-escalate priority automatically.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06256" y="1463040"/>
            <a:ext cx="256032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89136" y="1645920"/>
            <a:ext cx="2194560" cy="292608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27" name="Text 25"/>
          <p:cNvSpPr/>
          <p:nvPr/>
        </p:nvSpPr>
        <p:spPr>
          <a:xfrm>
            <a:off x="9089136" y="16459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89136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Crew Assignment &amp; Safe Clearance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089136" y="278892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admin assigns dedicated crew (Electrical, Plumbing, Paramedics). Once resolved, the graph penalty is lifted, instantly restoring the fastest corridor path campus-wide.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 PILLAR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Dual-Mode Spatial Cartography: Outdoor Vector GIS &amp; Indoor CAD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[ 5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5266944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645920"/>
            <a:ext cx="4718304" cy="320040"/>
          </a:xfrm>
          <a:prstGeom prst="roundRect">
            <a:avLst/>
          </a:prstGeom>
          <a:solidFill>
            <a:srgbClr val="132338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645920"/>
            <a:ext cx="4718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OUTDOOR CAMPUS VECTOR GIS ENGINE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4718304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High-Precision SVG Cartography: Custom vector blueprints of Sri Sairam Engineering College.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Mapped Campus Anchors: Alpha Block (CSE/AI-DS), Beta Block, Delta Block, Tech Pulse Hackathon Arena, Central Library, Cafeteria, Sports Complex &amp; Main Gate.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Matrix Pan/Zoom: Smooth multi-touch canvas panning and zooming with infinite resolution.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External Map API Bills: 100% self-hosted SVG rendering eliminates recurring Google Maps API costs, rate limits, and latency spikes.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5266944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1645920"/>
            <a:ext cx="4718304" cy="320040"/>
          </a:xfrm>
          <a:prstGeom prst="roundRect">
            <a:avLst/>
          </a:prstGeom>
          <a:solidFill>
            <a:srgbClr val="2A1B1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1645920"/>
            <a:ext cx="4718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MULTI-FLOOR ARCHITECTURAL CAD BLUEPRINTS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55664" y="2103120"/>
            <a:ext cx="4718304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1-Click Building Drill-Down: Clicking any academic block transitions instantly from outdoor footprint to interior room layout.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Level Switcher: Instant floor-by-floor toggle across Ground Floor (G), Level 1 (L1), and Level 2 (L2).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Room-Level Metadata: Precise coordinates, room codes (e.g. G02, L104), capacity data, and laboratory types.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POI Search &amp; Autocomplete: Direct search across High-Performance GPU Labs, Robotics Studios, Faculty Rooms, Restrooms, and Water Stations.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 PILLAR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Pathfinding: Dijkstra Graph Search with Dynamic Penalties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[ 6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645920"/>
            <a:ext cx="3090672" cy="27432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ALGORITHMIC CORE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Mathematical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Campus modeled as an undirected weighted graph G = (V, E).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Vertices (V): Building portals, corridor junctions, elevators, stairwells, and room entries.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Edges (E): Walkable pathways, boulevards, skywalks, and corridors.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 Weights (w): True physical walking distance in meters computed via Euclidean metrics.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70832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3712" y="1645920"/>
            <a:ext cx="3090672" cy="27432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ADAPTATION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53712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Hazard Weight Mutation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53712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an incident (high-voltage leak, spill, or repair) is reported at coordinate L, incident coordinates map to adjacent graph edges.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Algorithm injects a dynamic penalty: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w'_edge = w_edge + P_hazard (P &gt; 1000m).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Dijkstra automatically routes pedestrian paths through safe detour corridors with advisory notices.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10144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1645920"/>
            <a:ext cx="3090672" cy="27432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93024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 &amp; SAFETY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193024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Specialized Routing Modes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93024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♿ Wheelchair / Step-Free Mode: Automatically sets all stairwell edge weights to infinity (w_stair = ∞). Routes walkers exclusively through ramps and passenger elevators.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🚨 1-Click Emergency Evacuation: Guaranteed shortest path algorithm linking user coordinates to the closest verified Emergency Fire Exit.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 PILLAR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Crowdsourced Incident Reporting, Proof Uploads &amp; Emergency SOS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[ 7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64592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ATTACHMENT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Multi-Category Geo-Reporting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taxonomy: Electrical, Plumbing, HVAC, Physical Safety, and Medical.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geo-tagging: Binds exact building name, floor level, and room coordinate.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Multer-powered photo upload and camera capture for photographic evidence.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70832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3712" y="164592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DEDUPLICATION ENGINE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53712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'+1 Impacts Me Too' Crowd Triage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53712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Eliminates duplicate tickets for campus-wide issues (e.g., cafeteria water outage).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vote '+1 Impacts Me Too' directly from their mobile feed.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urgency dynamically auto-escalates to High/Critical based on peer vote velocity.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10144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164592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93024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 SAFETY DISPATCH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193024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1-Tap SOS Emergency Panic Beacon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93024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Prominent top-bar SOS Panic button for critical physical or medical distress.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 Web Audio API procedurally synthesizes dual-tone emergency sirens.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Sub-second priority broadcast triggers visual radar sweeps in the Security Operations Center.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 PILLAR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Operations Command Center: Live Triage &amp; Broadcast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[ 8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5266944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645920"/>
            <a:ext cx="4718304" cy="320040"/>
          </a:xfrm>
          <a:prstGeom prst="roundRect">
            <a:avLst/>
          </a:prstGeom>
          <a:solidFill>
            <a:srgbClr val="1C17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645920"/>
            <a:ext cx="4718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INCIDENT TRIAGE &amp; FIELD CREW DISPATCH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4718304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Incident Stream: Live incoming ticket queue synchronized across all security screens via WebSockets with zero page refresh.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Specialized Crew Assignment: 1-click dispatch to Electrical, Plumbing, HVAC, Campus Security Quick Reaction Force (QRF), and Medical Teams.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Resolution Lifecycle Management: Full audit trail tracking Open ➔ In Triage ➔ Dispatched ➔ Resolved with resolution timestamping.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KPI Command Bar: Live telemetry tracking total logged incidents, active critical hazards, in-progress tickets, and campus resolution rate.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5266944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1645920"/>
            <a:ext cx="4718304" cy="320040"/>
          </a:xfrm>
          <a:prstGeom prst="roundRect">
            <a:avLst/>
          </a:prstGeom>
          <a:solidFill>
            <a:srgbClr val="2A1B1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1645920"/>
            <a:ext cx="4718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CAMPUS-WIDE EMERGENCY ADVISORY BROADCAST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55664" y="2103120"/>
            <a:ext cx="4718304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Sub-3-Second Push Notification: Transmits critical advisory alerts simultaneously across all active student mobile &amp; desktop screens.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Multi-Level Severity Tiers: Informational (Cyan), Warning / Rain Alert (Amber), and Critical Emergency (Red).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Persistent Top-Bar Banner: Flashes high-visibility alert message across the application interface with dismissal controls.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Ideal for Campus Scenarios: Heavy monsoon rain warnings, power outages, route blockages, or campus safety advisories.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System Architecture &amp; High-Performance Tech Stack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[ 9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544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Tier (Frontend Client)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563624"/>
            <a:ext cx="1417320" cy="237744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5636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BUNDLE OVERHEAD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60120" y="1947672"/>
            <a:ext cx="4809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HTML5 Semantic DOM with Vanilla ES6 JavaScript modules.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Vanilla CSS custom design tokens, Obsidian aerospace dark mode &amp; Glassmorphic HUD.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Vector GIS Engine with multi-touch matrix transformation.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Procedural Web Audio API sound synthesizer for audio alarms without external audio files.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141732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5544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Telemetry Layer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793224" y="1563624"/>
            <a:ext cx="1417320" cy="237744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93224" y="15636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SUB-100MS LATENCY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409944" y="1947672"/>
            <a:ext cx="4809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Node.js WebSockets (ws library) running on unified port 3000.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Bi-directional pub/sub event distribution bus.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broadcast of incident creation, vote increments, dispatch updates, and emergency SOS alerts.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361188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749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Algorithmic &amp; REST API Core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43400" y="3758184"/>
            <a:ext cx="1417320" cy="237744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375818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COMPUTATION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960120" y="4142232"/>
            <a:ext cx="4809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(v20+) runtime with Express.js (v4.21) REST microservices.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Dijkstra shortest-path pathfinding service with dynamic edge penalty recalculation.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 route structure: /api/campus, /api/navigation, /api/incidents, /api/broadcast.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81344" y="361188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9944" y="3749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 &amp; File Handling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793224" y="3758184"/>
            <a:ext cx="1417320" cy="237744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93224" y="375818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DATASTORE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09944" y="4142232"/>
            <a:ext cx="4809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Multer multipart form-data middleware for incident photo uploads.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Normalized JSON persistent datastores for campus graph coordinates and incident history.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self-contained codebase — zero external cloud database or paid API dependencies.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ADVANTAGE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CampusPulse Wins: Feature Benchmark Comparison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[ 10 / 12 ]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725912" cy="402336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286000"/>
                <a:gridCol w="2496312"/>
              </a:tblGrid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CAPABILITY / FEATURE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</a:rPr>
                        <a:t>GOOGLE MAPS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</a:rPr>
                        <a:t>COLLEGE WEBSITES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35"/>
                          </a:solidFill>
                        </a:rPr>
                        <a:t>CAMPUSPULSE (OURS)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14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Indoor Multi-Floor CAD Blueprints (G, L1, L2)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None (Terminates at door)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Static PDF Floorplans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Interactive Room-Level Vector CAD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Dynamic Hazard-Aware Graph Rerouting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None (Road traffic only)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Static (No live updates)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Automatic Dijkstra Hazard Bypass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Dedicated Wheelchair / Step-Free Mode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⚠️ Very Limited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None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1-Click Ramp &amp; Elevator Routing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1-Tap Emergency SOS Panic Beacon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None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Phone Numbers Only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Instant Audio Siren &amp; SOC Dispatch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Security Operations Center (SOC) Dispatch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None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Unsynchronized Forms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Real-Time Crew Dispatch &amp; Lifecycles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Third-Party Map API Licensing Costs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Expensive ($200+/mo at scale)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Variable API Bills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₹0 (100% Self-Hosted Vector Engine)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MEASURABLE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Tangible Safety &amp; Operational Metrics for SSEC Campus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[ 11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25603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600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6868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SOS Response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6517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SOS beacon transmits exact CAD room coordinates and floor levels, eliminating first-responder search delays.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56432" y="1463040"/>
            <a:ext cx="25603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1600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593592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Hazard Isolation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93592" y="26517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Pedestrians are dynamically guided around reported water leaks, wet floors, and high-voltage maintenance zones.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81344" y="1463040"/>
            <a:ext cx="25603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600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318504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Map API Cost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18504" y="26517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SVG cartography eliminates Google Maps API billing, third-party rate limits, and external privacy tracking.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06256" y="1463040"/>
            <a:ext cx="25603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43416" y="1600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&lt;3s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043416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Alert Speed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43416" y="26517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safety warnings and weather advisories push instantly across all active mobile and desktop screens.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" y="4023360"/>
            <a:ext cx="10725912" cy="16459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114800"/>
            <a:ext cx="10177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FEASIBILITY &amp; DEPLOYMENT READINESS FOR SRI SAIRAM ENGINEERING COLLEGE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" y="4462272"/>
            <a:ext cx="101772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Specialized Hardware Required: Operates out-of-the-box on standard campus Wi-Fi across any smartphone, tablet, or desktop browser.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Institutional Rollout: Pre-mapped coordinates for SSEC academic blocks, labs, and hackathon venues are already active.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Immediate Administrative Integration: Security officers and facilities teams can triage incidents today without server training.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&amp; 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 &amp; Project Conclusion: Built for Scale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Dharambir   [ 12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566928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645920"/>
            <a:ext cx="5120640" cy="3200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4-PHASE ENHANCEMENT ROADMAP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(Q3 2026)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34640" y="21031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Bluetooth Low Energy (BLE) Beacons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3317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Sub-meter indoor positioning for continuous blue-dot tracking inside corridors.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05840" y="2971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(Q4 2026)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834640" y="29718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IoT Sensor Integration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200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hazard rerouting triggered directly by environmental smoke, gas &amp; water sensors.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(Q1 2027)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834640" y="3840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Computer Vision for CCTV SOC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40690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crowd surge detection and spill recognition streaming from security cameras.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05840" y="4709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 (Q2 2027)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834640" y="47091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Parking &amp; Shuttle Bus Telemetry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937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parking bay occupancy sensors and real-time GPS tracking for student shuttle buses.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0" y="1463040"/>
            <a:ext cx="4873752" cy="429768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691640"/>
            <a:ext cx="4325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58000" y="2240280"/>
            <a:ext cx="4325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 is fully functional, live, and ready for deployment at Sri Sairam Engineering College.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040880" y="2926080"/>
            <a:ext cx="395935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30632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SUBMISSION SUMMARY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49440" y="3429000"/>
            <a:ext cx="414223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Project: CampusPulse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Track: Smart Campus &amp; Intelligent Systems (PS-04)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Event: Tech Pulse 2026 (Sri Sairam Engineering College)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Name: CampusPulse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Leader: Dharambir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Prototype: http://localhost:3000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Slides: http://localhost:3000/slides.html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Sri Sairam Engineering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CampusPulse - Tech Pulse 2026 Pitch Deck</dc:title>
  <dc:subject>PptxGenJS Presentation</dc:subject>
  <dc:creator>Team CampusPulse (Lead: Dharambir)</dc:creator>
  <cp:lastModifiedBy>Team CampusPulse (Lead: Dharambir)</cp:lastModifiedBy>
  <cp:revision>1</cp:revision>
  <dcterms:created xsi:type="dcterms:W3CDTF">2026-09-30T17:00:51Z</dcterms:created>
  <dcterms:modified xsi:type="dcterms:W3CDTF">2026-09-30T17:00:51Z</dcterms:modified>
</cp:coreProperties>
</file>